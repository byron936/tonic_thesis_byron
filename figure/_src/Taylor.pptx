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8951913" cy="3619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410353-94BC-4849-987B-ECE5BDDEC85D}" v="9" dt="2025-11-07T05:04:51.4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67" d="100"/>
          <a:sy n="167" d="100"/>
        </p:scale>
        <p:origin x="132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帛佑 閻" userId="7ea761d699caffc4" providerId="LiveId" clId="{93A1488A-C1F0-4F25-B301-9D39A3D91BB4}"/>
    <pc:docChg chg="modSld modMainMaster">
      <pc:chgData name="帛佑 閻" userId="7ea761d699caffc4" providerId="LiveId" clId="{93A1488A-C1F0-4F25-B301-9D39A3D91BB4}" dt="2025-11-07T06:36:41.779" v="67" actId="20577"/>
      <pc:docMkLst>
        <pc:docMk/>
      </pc:docMkLst>
      <pc:sldChg chg="modSp mod">
        <pc:chgData name="帛佑 閻" userId="7ea761d699caffc4" providerId="LiveId" clId="{93A1488A-C1F0-4F25-B301-9D39A3D91BB4}" dt="2025-11-07T06:36:41.779" v="67" actId="20577"/>
        <pc:sldMkLst>
          <pc:docMk/>
          <pc:sldMk cId="1052271283" sldId="257"/>
        </pc:sldMkLst>
        <pc:spChg chg="mod">
          <ac:chgData name="帛佑 閻" userId="7ea761d699caffc4" providerId="LiveId" clId="{93A1488A-C1F0-4F25-B301-9D39A3D91BB4}" dt="2025-11-07T06:36:38.358" v="62" actId="20577"/>
          <ac:spMkLst>
            <pc:docMk/>
            <pc:sldMk cId="1052271283" sldId="257"/>
            <ac:spMk id="4" creationId="{B6DD95E1-2846-B863-1745-EBCE450C21BB}"/>
          </ac:spMkLst>
        </pc:spChg>
        <pc:spChg chg="mod">
          <ac:chgData name="帛佑 閻" userId="7ea761d699caffc4" providerId="LiveId" clId="{93A1488A-C1F0-4F25-B301-9D39A3D91BB4}" dt="2025-11-07T06:36:41.779" v="67" actId="20577"/>
          <ac:spMkLst>
            <pc:docMk/>
            <pc:sldMk cId="1052271283" sldId="257"/>
            <ac:spMk id="5" creationId="{33E80EEA-50BD-89E0-6B48-1D70A4DACF62}"/>
          </ac:spMkLst>
        </pc:spChg>
        <pc:spChg chg="mod">
          <ac:chgData name="帛佑 閻" userId="7ea761d699caffc4" providerId="LiveId" clId="{93A1488A-C1F0-4F25-B301-9D39A3D91BB4}" dt="2025-11-07T05:04:45.782" v="54" actId="1037"/>
          <ac:spMkLst>
            <pc:docMk/>
            <pc:sldMk cId="1052271283" sldId="257"/>
            <ac:spMk id="6" creationId="{0D74B1B1-011C-A39B-0619-128C3976E4BF}"/>
          </ac:spMkLst>
        </pc:spChg>
        <pc:spChg chg="mod">
          <ac:chgData name="帛佑 閻" userId="7ea761d699caffc4" providerId="LiveId" clId="{93A1488A-C1F0-4F25-B301-9D39A3D91BB4}" dt="2025-11-07T05:04:45.782" v="54" actId="1037"/>
          <ac:spMkLst>
            <pc:docMk/>
            <pc:sldMk cId="1052271283" sldId="257"/>
            <ac:spMk id="8" creationId="{BD0F9A54-00CC-A098-E2A8-589610187C26}"/>
          </ac:spMkLst>
        </pc:spChg>
        <pc:spChg chg="mod">
          <ac:chgData name="帛佑 閻" userId="7ea761d699caffc4" providerId="LiveId" clId="{93A1488A-C1F0-4F25-B301-9D39A3D91BB4}" dt="2025-11-07T05:04:45.782" v="54" actId="1037"/>
          <ac:spMkLst>
            <pc:docMk/>
            <pc:sldMk cId="1052271283" sldId="257"/>
            <ac:spMk id="19" creationId="{DDBCCA6D-9A07-FFE7-88BC-CF1AA5EDE541}"/>
          </ac:spMkLst>
        </pc:spChg>
        <pc:spChg chg="mod">
          <ac:chgData name="帛佑 閻" userId="7ea761d699caffc4" providerId="LiveId" clId="{93A1488A-C1F0-4F25-B301-9D39A3D91BB4}" dt="2025-11-07T05:04:45.782" v="54" actId="1037"/>
          <ac:spMkLst>
            <pc:docMk/>
            <pc:sldMk cId="1052271283" sldId="257"/>
            <ac:spMk id="23" creationId="{16417315-E58D-8245-2387-0D9DB678CE52}"/>
          </ac:spMkLst>
        </pc:spChg>
        <pc:spChg chg="mod">
          <ac:chgData name="帛佑 閻" userId="7ea761d699caffc4" providerId="LiveId" clId="{93A1488A-C1F0-4F25-B301-9D39A3D91BB4}" dt="2025-11-07T05:04:45.782" v="54" actId="1037"/>
          <ac:spMkLst>
            <pc:docMk/>
            <pc:sldMk cId="1052271283" sldId="257"/>
            <ac:spMk id="24" creationId="{10A929DC-BACE-BAC8-5BAC-C155428011BA}"/>
          </ac:spMkLst>
        </pc:spChg>
        <pc:cxnChg chg="mod">
          <ac:chgData name="帛佑 閻" userId="7ea761d699caffc4" providerId="LiveId" clId="{93A1488A-C1F0-4F25-B301-9D39A3D91BB4}" dt="2025-11-07T05:04:45.782" v="54" actId="1037"/>
          <ac:cxnSpMkLst>
            <pc:docMk/>
            <pc:sldMk cId="1052271283" sldId="257"/>
            <ac:cxnSpMk id="7" creationId="{15754F45-40D0-9AEA-D930-79BC911C5067}"/>
          </ac:cxnSpMkLst>
        </pc:cxnChg>
        <pc:cxnChg chg="mod">
          <ac:chgData name="帛佑 閻" userId="7ea761d699caffc4" providerId="LiveId" clId="{93A1488A-C1F0-4F25-B301-9D39A3D91BB4}" dt="2025-11-07T05:04:45.782" v="54" actId="1037"/>
          <ac:cxnSpMkLst>
            <pc:docMk/>
            <pc:sldMk cId="1052271283" sldId="257"/>
            <ac:cxnSpMk id="9" creationId="{89C2CCE7-AA5E-77C7-2E58-150460AD33C3}"/>
          </ac:cxnSpMkLst>
        </pc:cxnChg>
        <pc:cxnChg chg="mod">
          <ac:chgData name="帛佑 閻" userId="7ea761d699caffc4" providerId="LiveId" clId="{93A1488A-C1F0-4F25-B301-9D39A3D91BB4}" dt="2025-11-07T05:04:45.782" v="54" actId="1037"/>
          <ac:cxnSpMkLst>
            <pc:docMk/>
            <pc:sldMk cId="1052271283" sldId="257"/>
            <ac:cxnSpMk id="10" creationId="{F3EA145F-2C1F-8E33-A932-0DCC23471B3B}"/>
          </ac:cxnSpMkLst>
        </pc:cxnChg>
      </pc:sldChg>
      <pc:sldMasterChg chg="modSp modSldLayout">
        <pc:chgData name="帛佑 閻" userId="7ea761d699caffc4" providerId="LiveId" clId="{93A1488A-C1F0-4F25-B301-9D39A3D91BB4}" dt="2025-11-07T05:04:34.453" v="37"/>
        <pc:sldMasterMkLst>
          <pc:docMk/>
          <pc:sldMasterMk cId="1944531887" sldId="2147483684"/>
        </pc:sldMasterMkLst>
        <pc:spChg chg="mod">
          <ac:chgData name="帛佑 閻" userId="7ea761d699caffc4" providerId="LiveId" clId="{93A1488A-C1F0-4F25-B301-9D39A3D91BB4}" dt="2025-11-07T05:04:34.453" v="37"/>
          <ac:spMkLst>
            <pc:docMk/>
            <pc:sldMasterMk cId="1944531887" sldId="2147483684"/>
            <ac:spMk id="2" creationId="{00000000-0000-0000-0000-000000000000}"/>
          </ac:spMkLst>
        </pc:spChg>
        <pc:spChg chg="mod">
          <ac:chgData name="帛佑 閻" userId="7ea761d699caffc4" providerId="LiveId" clId="{93A1488A-C1F0-4F25-B301-9D39A3D91BB4}" dt="2025-11-07T05:04:34.453" v="37"/>
          <ac:spMkLst>
            <pc:docMk/>
            <pc:sldMasterMk cId="1944531887" sldId="2147483684"/>
            <ac:spMk id="3" creationId="{00000000-0000-0000-0000-000000000000}"/>
          </ac:spMkLst>
        </pc:spChg>
        <pc:spChg chg="mod">
          <ac:chgData name="帛佑 閻" userId="7ea761d699caffc4" providerId="LiveId" clId="{93A1488A-C1F0-4F25-B301-9D39A3D91BB4}" dt="2025-11-07T05:04:34.453" v="37"/>
          <ac:spMkLst>
            <pc:docMk/>
            <pc:sldMasterMk cId="1944531887" sldId="2147483684"/>
            <ac:spMk id="4" creationId="{00000000-0000-0000-0000-000000000000}"/>
          </ac:spMkLst>
        </pc:spChg>
        <pc:spChg chg="mod">
          <ac:chgData name="帛佑 閻" userId="7ea761d699caffc4" providerId="LiveId" clId="{93A1488A-C1F0-4F25-B301-9D39A3D91BB4}" dt="2025-11-07T05:04:34.453" v="37"/>
          <ac:spMkLst>
            <pc:docMk/>
            <pc:sldMasterMk cId="1944531887" sldId="2147483684"/>
            <ac:spMk id="5" creationId="{00000000-0000-0000-0000-000000000000}"/>
          </ac:spMkLst>
        </pc:spChg>
        <pc:spChg chg="mod">
          <ac:chgData name="帛佑 閻" userId="7ea761d699caffc4" providerId="LiveId" clId="{93A1488A-C1F0-4F25-B301-9D39A3D91BB4}" dt="2025-11-07T05:04:34.453" v="37"/>
          <ac:spMkLst>
            <pc:docMk/>
            <pc:sldMasterMk cId="1944531887" sldId="2147483684"/>
            <ac:spMk id="6" creationId="{00000000-0000-0000-0000-000000000000}"/>
          </ac:spMkLst>
        </pc:spChg>
        <pc:sldLayoutChg chg="modSp">
          <pc:chgData name="帛佑 閻" userId="7ea761d699caffc4" providerId="LiveId" clId="{93A1488A-C1F0-4F25-B301-9D39A3D91BB4}" dt="2025-11-07T05:04:34.453" v="37"/>
          <pc:sldLayoutMkLst>
            <pc:docMk/>
            <pc:sldMasterMk cId="1944531887" sldId="2147483684"/>
            <pc:sldLayoutMk cId="1890290623" sldId="2147483685"/>
          </pc:sldLayoutMkLst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1890290623" sldId="2147483685"/>
              <ac:spMk id="2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1890290623" sldId="2147483685"/>
              <ac:spMk id="3" creationId="{00000000-0000-0000-0000-000000000000}"/>
            </ac:spMkLst>
          </pc:spChg>
        </pc:sldLayoutChg>
        <pc:sldLayoutChg chg="modSp">
          <pc:chgData name="帛佑 閻" userId="7ea761d699caffc4" providerId="LiveId" clId="{93A1488A-C1F0-4F25-B301-9D39A3D91BB4}" dt="2025-11-07T05:04:34.453" v="37"/>
          <pc:sldLayoutMkLst>
            <pc:docMk/>
            <pc:sldMasterMk cId="1944531887" sldId="2147483684"/>
            <pc:sldLayoutMk cId="3459571848" sldId="2147483687"/>
          </pc:sldLayoutMkLst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459571848" sldId="2147483687"/>
              <ac:spMk id="2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459571848" sldId="2147483687"/>
              <ac:spMk id="3" creationId="{00000000-0000-0000-0000-000000000000}"/>
            </ac:spMkLst>
          </pc:spChg>
        </pc:sldLayoutChg>
        <pc:sldLayoutChg chg="modSp">
          <pc:chgData name="帛佑 閻" userId="7ea761d699caffc4" providerId="LiveId" clId="{93A1488A-C1F0-4F25-B301-9D39A3D91BB4}" dt="2025-11-07T05:04:34.453" v="37"/>
          <pc:sldLayoutMkLst>
            <pc:docMk/>
            <pc:sldMasterMk cId="1944531887" sldId="2147483684"/>
            <pc:sldLayoutMk cId="1601759704" sldId="2147483688"/>
          </pc:sldLayoutMkLst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1601759704" sldId="2147483688"/>
              <ac:spMk id="3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1601759704" sldId="2147483688"/>
              <ac:spMk id="4" creationId="{00000000-0000-0000-0000-000000000000}"/>
            </ac:spMkLst>
          </pc:spChg>
        </pc:sldLayoutChg>
        <pc:sldLayoutChg chg="modSp">
          <pc:chgData name="帛佑 閻" userId="7ea761d699caffc4" providerId="LiveId" clId="{93A1488A-C1F0-4F25-B301-9D39A3D91BB4}" dt="2025-11-07T05:04:34.453" v="37"/>
          <pc:sldLayoutMkLst>
            <pc:docMk/>
            <pc:sldMasterMk cId="1944531887" sldId="2147483684"/>
            <pc:sldLayoutMk cId="3669055315" sldId="2147483689"/>
          </pc:sldLayoutMkLst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669055315" sldId="2147483689"/>
              <ac:spMk id="2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669055315" sldId="2147483689"/>
              <ac:spMk id="3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669055315" sldId="2147483689"/>
              <ac:spMk id="4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669055315" sldId="2147483689"/>
              <ac:spMk id="5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669055315" sldId="2147483689"/>
              <ac:spMk id="6" creationId="{00000000-0000-0000-0000-000000000000}"/>
            </ac:spMkLst>
          </pc:spChg>
        </pc:sldLayoutChg>
        <pc:sldLayoutChg chg="modSp">
          <pc:chgData name="帛佑 閻" userId="7ea761d699caffc4" providerId="LiveId" clId="{93A1488A-C1F0-4F25-B301-9D39A3D91BB4}" dt="2025-11-07T05:04:34.453" v="37"/>
          <pc:sldLayoutMkLst>
            <pc:docMk/>
            <pc:sldMasterMk cId="1944531887" sldId="2147483684"/>
            <pc:sldLayoutMk cId="3630294020" sldId="2147483692"/>
          </pc:sldLayoutMkLst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630294020" sldId="2147483692"/>
              <ac:spMk id="2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630294020" sldId="2147483692"/>
              <ac:spMk id="3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3630294020" sldId="2147483692"/>
              <ac:spMk id="4" creationId="{00000000-0000-0000-0000-000000000000}"/>
            </ac:spMkLst>
          </pc:spChg>
        </pc:sldLayoutChg>
        <pc:sldLayoutChg chg="modSp">
          <pc:chgData name="帛佑 閻" userId="7ea761d699caffc4" providerId="LiveId" clId="{93A1488A-C1F0-4F25-B301-9D39A3D91BB4}" dt="2025-11-07T05:04:34.453" v="37"/>
          <pc:sldLayoutMkLst>
            <pc:docMk/>
            <pc:sldMasterMk cId="1944531887" sldId="2147483684"/>
            <pc:sldLayoutMk cId="4019967191" sldId="2147483693"/>
          </pc:sldLayoutMkLst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4019967191" sldId="2147483693"/>
              <ac:spMk id="2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4019967191" sldId="2147483693"/>
              <ac:spMk id="3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4019967191" sldId="2147483693"/>
              <ac:spMk id="4" creationId="{00000000-0000-0000-0000-000000000000}"/>
            </ac:spMkLst>
          </pc:spChg>
        </pc:sldLayoutChg>
        <pc:sldLayoutChg chg="modSp">
          <pc:chgData name="帛佑 閻" userId="7ea761d699caffc4" providerId="LiveId" clId="{93A1488A-C1F0-4F25-B301-9D39A3D91BB4}" dt="2025-11-07T05:04:34.453" v="37"/>
          <pc:sldLayoutMkLst>
            <pc:docMk/>
            <pc:sldMasterMk cId="1944531887" sldId="2147483684"/>
            <pc:sldLayoutMk cId="1761378480" sldId="2147483695"/>
          </pc:sldLayoutMkLst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1761378480" sldId="2147483695"/>
              <ac:spMk id="2" creationId="{00000000-0000-0000-0000-000000000000}"/>
            </ac:spMkLst>
          </pc:spChg>
          <pc:spChg chg="mod">
            <ac:chgData name="帛佑 閻" userId="7ea761d699caffc4" providerId="LiveId" clId="{93A1488A-C1F0-4F25-B301-9D39A3D91BB4}" dt="2025-11-07T05:04:34.453" v="37"/>
            <ac:spMkLst>
              <pc:docMk/>
              <pc:sldMasterMk cId="1944531887" sldId="2147483684"/>
              <pc:sldLayoutMk cId="1761378480" sldId="2147483695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18989" y="592358"/>
            <a:ext cx="6713935" cy="1260122"/>
          </a:xfrm>
        </p:spPr>
        <p:txBody>
          <a:bodyPr anchor="b"/>
          <a:lstStyle>
            <a:lvl1pPr algn="ctr">
              <a:defRPr sz="31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18989" y="1901076"/>
            <a:ext cx="6713935" cy="873874"/>
          </a:xfrm>
        </p:spPr>
        <p:txBody>
          <a:bodyPr/>
          <a:lstStyle>
            <a:lvl1pPr marL="0" indent="0" algn="ctr">
              <a:buNone/>
              <a:defRPr sz="1267"/>
            </a:lvl1pPr>
            <a:lvl2pPr marL="241310" indent="0" algn="ctr">
              <a:buNone/>
              <a:defRPr sz="1056"/>
            </a:lvl2pPr>
            <a:lvl3pPr marL="482620" indent="0" algn="ctr">
              <a:buNone/>
              <a:defRPr sz="950"/>
            </a:lvl3pPr>
            <a:lvl4pPr marL="723930" indent="0" algn="ctr">
              <a:buNone/>
              <a:defRPr sz="844"/>
            </a:lvl4pPr>
            <a:lvl5pPr marL="965241" indent="0" algn="ctr">
              <a:buNone/>
              <a:defRPr sz="844"/>
            </a:lvl5pPr>
            <a:lvl6pPr marL="1206551" indent="0" algn="ctr">
              <a:buNone/>
              <a:defRPr sz="844"/>
            </a:lvl6pPr>
            <a:lvl7pPr marL="1447861" indent="0" algn="ctr">
              <a:buNone/>
              <a:defRPr sz="844"/>
            </a:lvl7pPr>
            <a:lvl8pPr marL="1689171" indent="0" algn="ctr">
              <a:buNone/>
              <a:defRPr sz="844"/>
            </a:lvl8pPr>
            <a:lvl9pPr marL="1930481" indent="0" algn="ctr">
              <a:buNone/>
              <a:defRPr sz="844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817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7265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0782" y="902362"/>
            <a:ext cx="7721025" cy="1505611"/>
          </a:xfrm>
        </p:spPr>
        <p:txBody>
          <a:bodyPr anchor="b"/>
          <a:lstStyle>
            <a:lvl1pPr>
              <a:defRPr sz="31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0782" y="2422217"/>
            <a:ext cx="7721025" cy="791765"/>
          </a:xfrm>
        </p:spPr>
        <p:txBody>
          <a:bodyPr/>
          <a:lstStyle>
            <a:lvl1pPr marL="0" indent="0">
              <a:buNone/>
              <a:defRPr sz="1267">
                <a:solidFill>
                  <a:schemeClr val="tx1">
                    <a:tint val="82000"/>
                  </a:schemeClr>
                </a:solidFill>
              </a:defRPr>
            </a:lvl1pPr>
            <a:lvl2pPr marL="241310" indent="0">
              <a:buNone/>
              <a:defRPr sz="1056">
                <a:solidFill>
                  <a:schemeClr val="tx1">
                    <a:tint val="82000"/>
                  </a:schemeClr>
                </a:solidFill>
              </a:defRPr>
            </a:lvl2pPr>
            <a:lvl3pPr marL="482620" indent="0">
              <a:buNone/>
              <a:defRPr sz="950">
                <a:solidFill>
                  <a:schemeClr val="tx1">
                    <a:tint val="82000"/>
                  </a:schemeClr>
                </a:solidFill>
              </a:defRPr>
            </a:lvl3pPr>
            <a:lvl4pPr marL="723930" indent="0">
              <a:buNone/>
              <a:defRPr sz="844">
                <a:solidFill>
                  <a:schemeClr val="tx1">
                    <a:tint val="82000"/>
                  </a:schemeClr>
                </a:solidFill>
              </a:defRPr>
            </a:lvl4pPr>
            <a:lvl5pPr marL="965241" indent="0">
              <a:buNone/>
              <a:defRPr sz="844">
                <a:solidFill>
                  <a:schemeClr val="tx1">
                    <a:tint val="82000"/>
                  </a:schemeClr>
                </a:solidFill>
              </a:defRPr>
            </a:lvl5pPr>
            <a:lvl6pPr marL="1206551" indent="0">
              <a:buNone/>
              <a:defRPr sz="844">
                <a:solidFill>
                  <a:schemeClr val="tx1">
                    <a:tint val="82000"/>
                  </a:schemeClr>
                </a:solidFill>
              </a:defRPr>
            </a:lvl6pPr>
            <a:lvl7pPr marL="1447861" indent="0">
              <a:buNone/>
              <a:defRPr sz="844">
                <a:solidFill>
                  <a:schemeClr val="tx1">
                    <a:tint val="82000"/>
                  </a:schemeClr>
                </a:solidFill>
              </a:defRPr>
            </a:lvl7pPr>
            <a:lvl8pPr marL="1689171" indent="0">
              <a:buNone/>
              <a:defRPr sz="844">
                <a:solidFill>
                  <a:schemeClr val="tx1">
                    <a:tint val="82000"/>
                  </a:schemeClr>
                </a:solidFill>
              </a:defRPr>
            </a:lvl8pPr>
            <a:lvl9pPr marL="1930481" indent="0">
              <a:buNone/>
              <a:defRPr sz="84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8326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5444" y="963524"/>
            <a:ext cx="3804563" cy="229654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1906" y="963524"/>
            <a:ext cx="3804563" cy="229654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49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6610" y="192705"/>
            <a:ext cx="7721025" cy="69960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6611" y="887281"/>
            <a:ext cx="3787078" cy="434842"/>
          </a:xfrm>
        </p:spPr>
        <p:txBody>
          <a:bodyPr anchor="b"/>
          <a:lstStyle>
            <a:lvl1pPr marL="0" indent="0">
              <a:buNone/>
              <a:defRPr sz="1267" b="1"/>
            </a:lvl1pPr>
            <a:lvl2pPr marL="241310" indent="0">
              <a:buNone/>
              <a:defRPr sz="1056" b="1"/>
            </a:lvl2pPr>
            <a:lvl3pPr marL="482620" indent="0">
              <a:buNone/>
              <a:defRPr sz="950" b="1"/>
            </a:lvl3pPr>
            <a:lvl4pPr marL="723930" indent="0">
              <a:buNone/>
              <a:defRPr sz="844" b="1"/>
            </a:lvl4pPr>
            <a:lvl5pPr marL="965241" indent="0">
              <a:buNone/>
              <a:defRPr sz="844" b="1"/>
            </a:lvl5pPr>
            <a:lvl6pPr marL="1206551" indent="0">
              <a:buNone/>
              <a:defRPr sz="844" b="1"/>
            </a:lvl6pPr>
            <a:lvl7pPr marL="1447861" indent="0">
              <a:buNone/>
              <a:defRPr sz="844" b="1"/>
            </a:lvl7pPr>
            <a:lvl8pPr marL="1689171" indent="0">
              <a:buNone/>
              <a:defRPr sz="844" b="1"/>
            </a:lvl8pPr>
            <a:lvl9pPr marL="1930481" indent="0">
              <a:buNone/>
              <a:defRPr sz="844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611" y="1322123"/>
            <a:ext cx="3787078" cy="194464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31906" y="887281"/>
            <a:ext cx="3805729" cy="434842"/>
          </a:xfrm>
        </p:spPr>
        <p:txBody>
          <a:bodyPr anchor="b"/>
          <a:lstStyle>
            <a:lvl1pPr marL="0" indent="0">
              <a:buNone/>
              <a:defRPr sz="1267" b="1"/>
            </a:lvl1pPr>
            <a:lvl2pPr marL="241310" indent="0">
              <a:buNone/>
              <a:defRPr sz="1056" b="1"/>
            </a:lvl2pPr>
            <a:lvl3pPr marL="482620" indent="0">
              <a:buNone/>
              <a:defRPr sz="950" b="1"/>
            </a:lvl3pPr>
            <a:lvl4pPr marL="723930" indent="0">
              <a:buNone/>
              <a:defRPr sz="844" b="1"/>
            </a:lvl4pPr>
            <a:lvl5pPr marL="965241" indent="0">
              <a:buNone/>
              <a:defRPr sz="844" b="1"/>
            </a:lvl5pPr>
            <a:lvl6pPr marL="1206551" indent="0">
              <a:buNone/>
              <a:defRPr sz="844" b="1"/>
            </a:lvl6pPr>
            <a:lvl7pPr marL="1447861" indent="0">
              <a:buNone/>
              <a:defRPr sz="844" b="1"/>
            </a:lvl7pPr>
            <a:lvl8pPr marL="1689171" indent="0">
              <a:buNone/>
              <a:defRPr sz="844" b="1"/>
            </a:lvl8pPr>
            <a:lvl9pPr marL="1930481" indent="0">
              <a:buNone/>
              <a:defRPr sz="844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31906" y="1322123"/>
            <a:ext cx="3805729" cy="194464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2501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235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0534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6610" y="241300"/>
            <a:ext cx="2887225" cy="844550"/>
          </a:xfrm>
        </p:spPr>
        <p:txBody>
          <a:bodyPr anchor="b"/>
          <a:lstStyle>
            <a:lvl1pPr>
              <a:defRPr sz="168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5729" y="521141"/>
            <a:ext cx="4531906" cy="2572191"/>
          </a:xfrm>
        </p:spPr>
        <p:txBody>
          <a:bodyPr/>
          <a:lstStyle>
            <a:lvl1pPr>
              <a:defRPr sz="1689"/>
            </a:lvl1pPr>
            <a:lvl2pPr>
              <a:defRPr sz="1478"/>
            </a:lvl2pPr>
            <a:lvl3pPr>
              <a:defRPr sz="1267"/>
            </a:lvl3pPr>
            <a:lvl4pPr>
              <a:defRPr sz="1056"/>
            </a:lvl4pPr>
            <a:lvl5pPr>
              <a:defRPr sz="1056"/>
            </a:lvl5pPr>
            <a:lvl6pPr>
              <a:defRPr sz="1056"/>
            </a:lvl6pPr>
            <a:lvl7pPr>
              <a:defRPr sz="1056"/>
            </a:lvl7pPr>
            <a:lvl8pPr>
              <a:defRPr sz="1056"/>
            </a:lvl8pPr>
            <a:lvl9pPr>
              <a:defRPr sz="1056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6610" y="1085850"/>
            <a:ext cx="2887225" cy="2011671"/>
          </a:xfrm>
        </p:spPr>
        <p:txBody>
          <a:bodyPr/>
          <a:lstStyle>
            <a:lvl1pPr marL="0" indent="0">
              <a:buNone/>
              <a:defRPr sz="844"/>
            </a:lvl1pPr>
            <a:lvl2pPr marL="241310" indent="0">
              <a:buNone/>
              <a:defRPr sz="739"/>
            </a:lvl2pPr>
            <a:lvl3pPr marL="482620" indent="0">
              <a:buNone/>
              <a:defRPr sz="633"/>
            </a:lvl3pPr>
            <a:lvl4pPr marL="723930" indent="0">
              <a:buNone/>
              <a:defRPr sz="528"/>
            </a:lvl4pPr>
            <a:lvl5pPr marL="965241" indent="0">
              <a:buNone/>
              <a:defRPr sz="528"/>
            </a:lvl5pPr>
            <a:lvl6pPr marL="1206551" indent="0">
              <a:buNone/>
              <a:defRPr sz="528"/>
            </a:lvl6pPr>
            <a:lvl7pPr marL="1447861" indent="0">
              <a:buNone/>
              <a:defRPr sz="528"/>
            </a:lvl7pPr>
            <a:lvl8pPr marL="1689171" indent="0">
              <a:buNone/>
              <a:defRPr sz="528"/>
            </a:lvl8pPr>
            <a:lvl9pPr marL="1930481" indent="0">
              <a:buNone/>
              <a:defRPr sz="528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300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6610" y="241300"/>
            <a:ext cx="2887225" cy="844550"/>
          </a:xfrm>
        </p:spPr>
        <p:txBody>
          <a:bodyPr anchor="b"/>
          <a:lstStyle>
            <a:lvl1pPr>
              <a:defRPr sz="168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05729" y="521141"/>
            <a:ext cx="4531906" cy="2572191"/>
          </a:xfrm>
        </p:spPr>
        <p:txBody>
          <a:bodyPr anchor="t"/>
          <a:lstStyle>
            <a:lvl1pPr marL="0" indent="0">
              <a:buNone/>
              <a:defRPr sz="1689"/>
            </a:lvl1pPr>
            <a:lvl2pPr marL="241310" indent="0">
              <a:buNone/>
              <a:defRPr sz="1478"/>
            </a:lvl2pPr>
            <a:lvl3pPr marL="482620" indent="0">
              <a:buNone/>
              <a:defRPr sz="1267"/>
            </a:lvl3pPr>
            <a:lvl4pPr marL="723930" indent="0">
              <a:buNone/>
              <a:defRPr sz="1056"/>
            </a:lvl4pPr>
            <a:lvl5pPr marL="965241" indent="0">
              <a:buNone/>
              <a:defRPr sz="1056"/>
            </a:lvl5pPr>
            <a:lvl6pPr marL="1206551" indent="0">
              <a:buNone/>
              <a:defRPr sz="1056"/>
            </a:lvl6pPr>
            <a:lvl7pPr marL="1447861" indent="0">
              <a:buNone/>
              <a:defRPr sz="1056"/>
            </a:lvl7pPr>
            <a:lvl8pPr marL="1689171" indent="0">
              <a:buNone/>
              <a:defRPr sz="1056"/>
            </a:lvl8pPr>
            <a:lvl9pPr marL="1930481" indent="0">
              <a:buNone/>
              <a:defRPr sz="1056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6610" y="1085850"/>
            <a:ext cx="2887225" cy="2011671"/>
          </a:xfrm>
        </p:spPr>
        <p:txBody>
          <a:bodyPr/>
          <a:lstStyle>
            <a:lvl1pPr marL="0" indent="0">
              <a:buNone/>
              <a:defRPr sz="844"/>
            </a:lvl1pPr>
            <a:lvl2pPr marL="241310" indent="0">
              <a:buNone/>
              <a:defRPr sz="739"/>
            </a:lvl2pPr>
            <a:lvl3pPr marL="482620" indent="0">
              <a:buNone/>
              <a:defRPr sz="633"/>
            </a:lvl3pPr>
            <a:lvl4pPr marL="723930" indent="0">
              <a:buNone/>
              <a:defRPr sz="528"/>
            </a:lvl4pPr>
            <a:lvl5pPr marL="965241" indent="0">
              <a:buNone/>
              <a:defRPr sz="528"/>
            </a:lvl5pPr>
            <a:lvl6pPr marL="1206551" indent="0">
              <a:buNone/>
              <a:defRPr sz="528"/>
            </a:lvl6pPr>
            <a:lvl7pPr marL="1447861" indent="0">
              <a:buNone/>
              <a:defRPr sz="528"/>
            </a:lvl7pPr>
            <a:lvl8pPr marL="1689171" indent="0">
              <a:buNone/>
              <a:defRPr sz="528"/>
            </a:lvl8pPr>
            <a:lvl9pPr marL="1930481" indent="0">
              <a:buNone/>
              <a:defRPr sz="528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740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2931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06213" y="192705"/>
            <a:ext cx="1930256" cy="306735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5444" y="192705"/>
            <a:ext cx="5678870" cy="3067359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3978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5444" y="192705"/>
            <a:ext cx="7721025" cy="699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5444" y="963524"/>
            <a:ext cx="7721025" cy="2296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5444" y="3354740"/>
            <a:ext cx="2014180" cy="1927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30623E-D986-4A55-B024-5517C53FB334}" type="datetimeFigureOut">
              <a:rPr lang="zh-TW" altLang="en-US" smtClean="0"/>
              <a:t>2025/11/7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5321" y="3354740"/>
            <a:ext cx="3021271" cy="1927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22289" y="3354740"/>
            <a:ext cx="2014180" cy="1927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48CE40-1B03-49C5-8765-FC315BD7DF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917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482620" rtl="0" eaLnBrk="1" latinLnBrk="0" hangingPunct="1">
        <a:lnSpc>
          <a:spcPct val="90000"/>
        </a:lnSpc>
        <a:spcBef>
          <a:spcPct val="0"/>
        </a:spcBef>
        <a:buNone/>
        <a:defRPr sz="232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5" indent="-120655" algn="l" defTabSz="482620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1478" kern="1200">
          <a:solidFill>
            <a:schemeClr val="tx1"/>
          </a:solidFill>
          <a:latin typeface="+mn-lt"/>
          <a:ea typeface="+mn-ea"/>
          <a:cs typeface="+mn-cs"/>
        </a:defRPr>
      </a:lvl1pPr>
      <a:lvl2pPr marL="361965" indent="-120655" algn="l" defTabSz="482620" rtl="0" eaLnBrk="1" latinLnBrk="0" hangingPunct="1">
        <a:lnSpc>
          <a:spcPct val="90000"/>
        </a:lnSpc>
        <a:spcBef>
          <a:spcPts val="264"/>
        </a:spcBef>
        <a:buFont typeface="Arial" panose="020B0604020202020204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603275" indent="-120655" algn="l" defTabSz="482620" rtl="0" eaLnBrk="1" latinLnBrk="0" hangingPunct="1">
        <a:lnSpc>
          <a:spcPct val="90000"/>
        </a:lnSpc>
        <a:spcBef>
          <a:spcPts val="264"/>
        </a:spcBef>
        <a:buFont typeface="Arial" panose="020B0604020202020204" pitchFamily="34" charset="0"/>
        <a:buChar char="•"/>
        <a:defRPr sz="1056" kern="1200">
          <a:solidFill>
            <a:schemeClr val="tx1"/>
          </a:solidFill>
          <a:latin typeface="+mn-lt"/>
          <a:ea typeface="+mn-ea"/>
          <a:cs typeface="+mn-cs"/>
        </a:defRPr>
      </a:lvl3pPr>
      <a:lvl4pPr marL="844586" indent="-120655" algn="l" defTabSz="482620" rtl="0" eaLnBrk="1" latinLnBrk="0" hangingPunct="1">
        <a:lnSpc>
          <a:spcPct val="90000"/>
        </a:lnSpc>
        <a:spcBef>
          <a:spcPts val="264"/>
        </a:spcBef>
        <a:buFont typeface="Arial" panose="020B0604020202020204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4pPr>
      <a:lvl5pPr marL="1085896" indent="-120655" algn="l" defTabSz="482620" rtl="0" eaLnBrk="1" latinLnBrk="0" hangingPunct="1">
        <a:lnSpc>
          <a:spcPct val="90000"/>
        </a:lnSpc>
        <a:spcBef>
          <a:spcPts val="264"/>
        </a:spcBef>
        <a:buFont typeface="Arial" panose="020B0604020202020204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5pPr>
      <a:lvl6pPr marL="1327206" indent="-120655" algn="l" defTabSz="482620" rtl="0" eaLnBrk="1" latinLnBrk="0" hangingPunct="1">
        <a:lnSpc>
          <a:spcPct val="90000"/>
        </a:lnSpc>
        <a:spcBef>
          <a:spcPts val="264"/>
        </a:spcBef>
        <a:buFont typeface="Arial" panose="020B0604020202020204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6pPr>
      <a:lvl7pPr marL="1568516" indent="-120655" algn="l" defTabSz="482620" rtl="0" eaLnBrk="1" latinLnBrk="0" hangingPunct="1">
        <a:lnSpc>
          <a:spcPct val="90000"/>
        </a:lnSpc>
        <a:spcBef>
          <a:spcPts val="264"/>
        </a:spcBef>
        <a:buFont typeface="Arial" panose="020B0604020202020204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1809826" indent="-120655" algn="l" defTabSz="482620" rtl="0" eaLnBrk="1" latinLnBrk="0" hangingPunct="1">
        <a:lnSpc>
          <a:spcPct val="90000"/>
        </a:lnSpc>
        <a:spcBef>
          <a:spcPts val="264"/>
        </a:spcBef>
        <a:buFont typeface="Arial" panose="020B0604020202020204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8pPr>
      <a:lvl9pPr marL="2051136" indent="-120655" algn="l" defTabSz="482620" rtl="0" eaLnBrk="1" latinLnBrk="0" hangingPunct="1">
        <a:lnSpc>
          <a:spcPct val="90000"/>
        </a:lnSpc>
        <a:spcBef>
          <a:spcPts val="264"/>
        </a:spcBef>
        <a:buFont typeface="Arial" panose="020B0604020202020204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1pPr>
      <a:lvl2pPr marL="241310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82620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3pPr>
      <a:lvl4pPr marL="723930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4pPr>
      <a:lvl5pPr marL="965241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5pPr>
      <a:lvl6pPr marL="1206551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6pPr>
      <a:lvl7pPr marL="1447861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1689171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8pPr>
      <a:lvl9pPr marL="1930481" algn="l" defTabSz="48262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15EAC-8FC8-263E-A164-B70DB8147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6DD95E1-2846-B863-1745-EBCE450C21BB}"/>
              </a:ext>
            </a:extLst>
          </p:cNvPr>
          <p:cNvSpPr/>
          <p:nvPr/>
        </p:nvSpPr>
        <p:spPr>
          <a:xfrm>
            <a:off x="759318" y="1242415"/>
            <a:ext cx="2380019" cy="894931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41" dirty="0"/>
              <a:t>Convex Optimization </a:t>
            </a:r>
          </a:p>
          <a:p>
            <a:pPr algn="ctr"/>
            <a:r>
              <a:rPr lang="en-US" altLang="zh-TW" sz="1441" dirty="0"/>
              <a:t>On eq.(4.8) without (4.8d)</a:t>
            </a:r>
            <a:endParaRPr lang="zh-TW" altLang="en-US" sz="1441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E80EEA-50BD-89E0-6B48-1D70A4DACF62}"/>
              </a:ext>
            </a:extLst>
          </p:cNvPr>
          <p:cNvSpPr/>
          <p:nvPr/>
        </p:nvSpPr>
        <p:spPr>
          <a:xfrm>
            <a:off x="6158493" y="1242415"/>
            <a:ext cx="2100499" cy="894931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441" dirty="0"/>
              <a:t>Sequential quadratic programming</a:t>
            </a:r>
          </a:p>
          <a:p>
            <a:pPr algn="ctr"/>
            <a:r>
              <a:rPr lang="en-US" altLang="zh-TW" sz="1441" dirty="0"/>
              <a:t>On eq</a:t>
            </a:r>
            <a:r>
              <a:rPr lang="en-US" altLang="zh-TW" sz="1441"/>
              <a:t>.(4.9)</a:t>
            </a:r>
            <a:endParaRPr lang="zh-TW" altLang="en-US" sz="1441" dirty="0"/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5754F45-40D0-9AEA-D930-79BC911C5067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139334" y="1689876"/>
            <a:ext cx="1160452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D0F9A54-00CC-A098-E2A8-589610187C26}"/>
                  </a:ext>
                </a:extLst>
              </p:cNvPr>
              <p:cNvSpPr txBox="1"/>
              <p:nvPr/>
            </p:nvSpPr>
            <p:spPr>
              <a:xfrm>
                <a:off x="3139343" y="1318270"/>
                <a:ext cx="1198149" cy="3140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441" dirty="0"/>
                  <a:t>Optimized </a:t>
                </a:r>
                <a14:m>
                  <m:oMath xmlns:m="http://schemas.openxmlformats.org/officeDocument/2006/math">
                    <m:r>
                      <a:rPr lang="en-US" altLang="zh-TW" sz="1441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TW" sz="1441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zh-TW" altLang="en-US" sz="1441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D0F9A54-00CC-A098-E2A8-589610187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9343" y="1318270"/>
                <a:ext cx="1198149" cy="314060"/>
              </a:xfrm>
              <a:prstGeom prst="rect">
                <a:avLst/>
              </a:prstGeom>
              <a:blipFill>
                <a:blip r:embed="rId2"/>
                <a:stretch>
                  <a:fillRect l="-2030" t="-3846" b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F3EA145F-2C1F-8E33-A932-0DCC23471B3B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8258987" y="1689876"/>
            <a:ext cx="543616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73FDAAD-95C8-6E22-A895-736EE21C742F}"/>
              </a:ext>
            </a:extLst>
          </p:cNvPr>
          <p:cNvCxnSpPr>
            <a:cxnSpLocks/>
          </p:cNvCxnSpPr>
          <p:nvPr/>
        </p:nvCxnSpPr>
        <p:spPr>
          <a:xfrm>
            <a:off x="8787811" y="1689876"/>
            <a:ext cx="0" cy="143115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2FFACD29-072C-D538-C4C5-6D8B66713C6B}"/>
              </a:ext>
            </a:extLst>
          </p:cNvPr>
          <p:cNvCxnSpPr>
            <a:cxnSpLocks/>
          </p:cNvCxnSpPr>
          <p:nvPr/>
        </p:nvCxnSpPr>
        <p:spPr>
          <a:xfrm>
            <a:off x="256378" y="3121026"/>
            <a:ext cx="8531434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20DFED5B-4E54-DD24-F536-57A8165481D7}"/>
              </a:ext>
            </a:extLst>
          </p:cNvPr>
          <p:cNvCxnSpPr>
            <a:cxnSpLocks/>
          </p:cNvCxnSpPr>
          <p:nvPr/>
        </p:nvCxnSpPr>
        <p:spPr>
          <a:xfrm>
            <a:off x="256377" y="1689876"/>
            <a:ext cx="0" cy="143115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CFC50339-8791-86D8-56B9-8C1064BE8DF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56377" y="1689876"/>
            <a:ext cx="502936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16417315-E58D-8245-2387-0D9DB678CE52}"/>
                  </a:ext>
                </a:extLst>
              </p:cNvPr>
              <p:cNvSpPr txBox="1"/>
              <p:nvPr/>
            </p:nvSpPr>
            <p:spPr>
              <a:xfrm>
                <a:off x="3893747" y="3121026"/>
                <a:ext cx="1164165" cy="3140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441" dirty="0"/>
                  <a:t>Optimized </a:t>
                </a:r>
                <a14:m>
                  <m:oMath xmlns:m="http://schemas.openxmlformats.org/officeDocument/2006/math">
                    <m:r>
                      <a:rPr lang="en-US" altLang="zh-TW" sz="1441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zh-TW" altLang="en-US" sz="144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16417315-E58D-8245-2387-0D9DB678CE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3747" y="3121026"/>
                <a:ext cx="1164165" cy="314060"/>
              </a:xfrm>
              <a:prstGeom prst="rect">
                <a:avLst/>
              </a:prstGeom>
              <a:blipFill>
                <a:blip r:embed="rId3"/>
                <a:stretch>
                  <a:fillRect l="-2094" t="-3922" b="-215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10A929DC-BACE-BAC8-5BAC-C155428011BA}"/>
                  </a:ext>
                </a:extLst>
              </p:cNvPr>
              <p:cNvSpPr txBox="1"/>
              <p:nvPr/>
            </p:nvSpPr>
            <p:spPr>
              <a:xfrm>
                <a:off x="181665" y="96096"/>
                <a:ext cx="1820948" cy="535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1441" dirty="0"/>
                  <a:t>Initial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441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zh-TW" sz="144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1441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altLang="zh-TW" sz="1441" dirty="0"/>
              </a:p>
              <a:p>
                <a:pPr algn="ctr"/>
                <a:r>
                  <a:rPr lang="en-US" altLang="zh-TW" sz="1441" dirty="0"/>
                  <a:t>(distributed equally) </a:t>
                </a:r>
                <a:endParaRPr lang="zh-TW" altLang="en-US" sz="1441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10A929DC-BACE-BAC8-5BAC-C15542801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665" y="96096"/>
                <a:ext cx="1820948" cy="535788"/>
              </a:xfrm>
              <a:prstGeom prst="rect">
                <a:avLst/>
              </a:prstGeom>
              <a:blipFill>
                <a:blip r:embed="rId4"/>
                <a:stretch>
                  <a:fillRect l="-1003" t="-2273" r="-334" b="-11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0E12D129-F353-1980-7086-9A500442D623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1092143" y="631889"/>
            <a:ext cx="1" cy="610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D74B1B1-011C-A39B-0619-128C3976E4BF}"/>
                  </a:ext>
                </a:extLst>
              </p:cNvPr>
              <p:cNvSpPr txBox="1"/>
              <p:nvPr/>
            </p:nvSpPr>
            <p:spPr>
              <a:xfrm>
                <a:off x="1916850" y="157158"/>
                <a:ext cx="1728871" cy="757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1441" dirty="0"/>
                  <a:t>Objective Function </a:t>
                </a:r>
                <a:endParaRPr lang="en-US" altLang="zh-TW" sz="144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4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altLang="zh-TW" sz="1441" dirty="0"/>
              </a:p>
              <a:p>
                <a:pPr algn="ctr"/>
                <a:r>
                  <a:rPr lang="zh-TW" altLang="en-US" sz="1441" dirty="0"/>
                  <a:t> </a:t>
                </a:r>
                <a:r>
                  <a:rPr lang="en-US" altLang="zh-TW" sz="1441" dirty="0"/>
                  <a:t>Taylor Series</a:t>
                </a:r>
                <a:endParaRPr lang="zh-TW" altLang="en-US" sz="1441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D74B1B1-011C-A39B-0619-128C3976E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6850" y="157158"/>
                <a:ext cx="1728871" cy="757515"/>
              </a:xfrm>
              <a:prstGeom prst="rect">
                <a:avLst/>
              </a:prstGeom>
              <a:blipFill>
                <a:blip r:embed="rId5"/>
                <a:stretch>
                  <a:fillRect l="-704" t="-1613" r="-704" b="-80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89C2CCE7-AA5E-77C7-2E58-150460AD33C3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2781279" y="914673"/>
            <a:ext cx="2" cy="327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DBCCA6D-9A07-FFE7-88BC-CF1AA5EDE541}"/>
                  </a:ext>
                </a:extLst>
              </p:cNvPr>
              <p:cNvSpPr/>
              <p:nvPr/>
            </p:nvSpPr>
            <p:spPr>
              <a:xfrm>
                <a:off x="4307298" y="1242416"/>
                <a:ext cx="1307579" cy="894931"/>
              </a:xfrm>
              <a:prstGeom prst="rect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41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TW" sz="144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441" i="1">
                          <a:latin typeface="Cambria Math" panose="02040503050406030204" pitchFamily="18" charset="0"/>
                        </a:rPr>
                        <m:t>𝑐𝑒𝑖𝑙</m:t>
                      </m:r>
                      <m:r>
                        <a:rPr lang="en-US" altLang="zh-TW" sz="1441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TW" sz="144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41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altLang="zh-TW" sz="144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44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1441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DBCCA6D-9A07-FFE7-88BC-CF1AA5EDE5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7298" y="1242416"/>
                <a:ext cx="1307579" cy="8949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89B6327C-BE6A-50A3-203E-5DA2A493046F}"/>
              </a:ext>
            </a:extLst>
          </p:cNvPr>
          <p:cNvCxnSpPr>
            <a:stCxn id="19" idx="3"/>
            <a:endCxn id="5" idx="1"/>
          </p:cNvCxnSpPr>
          <p:nvPr/>
        </p:nvCxnSpPr>
        <p:spPr>
          <a:xfrm flipV="1">
            <a:off x="5614877" y="1689882"/>
            <a:ext cx="543617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44</Words>
  <Application>Microsoft Office PowerPoint</Application>
  <PresentationFormat>自訂</PresentationFormat>
  <Paragraphs>12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帛佑 閻</dc:creator>
  <cp:lastModifiedBy>帛佑 閻</cp:lastModifiedBy>
  <cp:revision>1</cp:revision>
  <dcterms:created xsi:type="dcterms:W3CDTF">2025-10-28T12:28:34Z</dcterms:created>
  <dcterms:modified xsi:type="dcterms:W3CDTF">2025-11-07T06:36:42Z</dcterms:modified>
</cp:coreProperties>
</file>